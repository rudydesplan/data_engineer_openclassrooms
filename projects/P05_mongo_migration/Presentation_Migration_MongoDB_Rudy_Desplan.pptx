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31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Migration des Données Médicales vers MongoDB &amp; Dockerisation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Auteur : Rudy Desplan – Data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9973"/>
          </a:xfrm>
        </p:spPr>
        <p:txBody>
          <a:bodyPr>
            <a:normAutofit fontScale="90000"/>
          </a:bodyPr>
          <a:lstStyle/>
          <a:p>
            <a:r>
              <a:rPr dirty="0" err="1"/>
              <a:t>Contexte</a:t>
            </a:r>
            <a:r>
              <a:rPr dirty="0"/>
              <a:t> de la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574505" cy="4983162"/>
          </a:xfrm>
        </p:spPr>
        <p:txBody>
          <a:bodyPr>
            <a:normAutofit/>
          </a:bodyPr>
          <a:lstStyle/>
          <a:p>
            <a:r>
              <a:rPr dirty="0" err="1"/>
              <a:t>DataSoluTech</a:t>
            </a:r>
            <a:r>
              <a:rPr dirty="0"/>
              <a:t> : </a:t>
            </a:r>
            <a:r>
              <a:rPr lang="fr-FR" dirty="0"/>
              <a:t>Entreprise </a:t>
            </a:r>
            <a:r>
              <a:rPr lang="fr-FR" b="0" i="0" dirty="0">
                <a:solidFill>
                  <a:srgbClr val="271A38"/>
                </a:solidFill>
                <a:effectLst/>
              </a:rPr>
              <a:t>spécialisé dans la fourniture de solutions de gestion de données et d'analyse pour tous types d’entreprises.</a:t>
            </a:r>
            <a:endParaRPr dirty="0"/>
          </a:p>
          <a:p>
            <a:r>
              <a:rPr dirty="0" err="1"/>
              <a:t>Problème</a:t>
            </a:r>
            <a:r>
              <a:rPr dirty="0"/>
              <a:t> client : surcharge du </a:t>
            </a:r>
            <a:r>
              <a:rPr dirty="0" err="1"/>
              <a:t>système</a:t>
            </a:r>
            <a:r>
              <a:rPr dirty="0"/>
              <a:t> </a:t>
            </a:r>
            <a:r>
              <a:rPr dirty="0" err="1"/>
              <a:t>actuel</a:t>
            </a:r>
            <a:endParaRPr dirty="0"/>
          </a:p>
          <a:p>
            <a:r>
              <a:rPr dirty="0"/>
              <a:t>Objectif : </a:t>
            </a:r>
            <a:r>
              <a:rPr lang="fr-FR" dirty="0"/>
              <a:t>améliorer la scalabilité et la gestion des données médicales</a:t>
            </a:r>
            <a:endParaRPr dirty="0"/>
          </a:p>
          <a:p>
            <a:r>
              <a:rPr dirty="0" err="1"/>
              <a:t>Enjeu</a:t>
            </a:r>
            <a:r>
              <a:rPr dirty="0"/>
              <a:t> : </a:t>
            </a:r>
            <a:r>
              <a:rPr lang="fr-FR" dirty="0"/>
              <a:t>proposer une solution portable, robuste et extensible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17558"/>
            <a:ext cx="8229600" cy="4008605"/>
          </a:xfrm>
        </p:spPr>
        <p:txBody>
          <a:bodyPr/>
          <a:lstStyle/>
          <a:p>
            <a:r>
              <a:rPr dirty="0"/>
              <a:t>- </a:t>
            </a:r>
            <a:r>
              <a:rPr dirty="0" err="1"/>
              <a:t>Migrer</a:t>
            </a:r>
            <a:r>
              <a:rPr dirty="0"/>
              <a:t> un dataset </a:t>
            </a:r>
            <a:r>
              <a:rPr dirty="0" err="1"/>
              <a:t>médical</a:t>
            </a:r>
            <a:r>
              <a:rPr dirty="0"/>
              <a:t> </a:t>
            </a:r>
            <a:r>
              <a:rPr dirty="0" err="1"/>
              <a:t>vers</a:t>
            </a:r>
            <a:r>
              <a:rPr dirty="0"/>
              <a:t> MongoDB</a:t>
            </a:r>
          </a:p>
          <a:p>
            <a:r>
              <a:rPr dirty="0"/>
              <a:t>- </a:t>
            </a:r>
            <a:r>
              <a:rPr dirty="0" err="1"/>
              <a:t>Conteneuriser</a:t>
            </a:r>
            <a:r>
              <a:rPr dirty="0"/>
              <a:t> </a:t>
            </a:r>
            <a:r>
              <a:rPr dirty="0" err="1"/>
              <a:t>l’application</a:t>
            </a:r>
            <a:r>
              <a:rPr dirty="0"/>
              <a:t> avec Docker</a:t>
            </a:r>
          </a:p>
          <a:p>
            <a:r>
              <a:rPr dirty="0"/>
              <a:t>- </a:t>
            </a:r>
            <a:r>
              <a:rPr dirty="0" err="1"/>
              <a:t>Automatiser</a:t>
            </a:r>
            <a:r>
              <a:rPr dirty="0"/>
              <a:t> et tester la migration</a:t>
            </a:r>
          </a:p>
          <a:p>
            <a:r>
              <a:rPr dirty="0"/>
              <a:t>- </a:t>
            </a:r>
            <a:r>
              <a:rPr lang="fr-FR" dirty="0"/>
              <a:t>Explorer les options de déploiement sur AWS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54"/>
            <a:ext cx="8229600" cy="703930"/>
          </a:xfrm>
        </p:spPr>
        <p:txBody>
          <a:bodyPr>
            <a:normAutofit fontScale="90000"/>
          </a:bodyPr>
          <a:lstStyle/>
          <a:p>
            <a:r>
              <a:rPr dirty="0"/>
              <a:t>Architecture Générale du </a:t>
            </a:r>
            <a:r>
              <a:rPr dirty="0" err="1"/>
              <a:t>Projet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1886"/>
            <a:ext cx="8229600" cy="1127125"/>
          </a:xfrm>
        </p:spPr>
        <p:txBody>
          <a:bodyPr>
            <a:normAutofit lnSpcReduction="10000"/>
          </a:bodyPr>
          <a:lstStyle/>
          <a:p>
            <a:r>
              <a:rPr dirty="0"/>
              <a:t>Stack Docker : MongoDB + App Python</a:t>
            </a:r>
          </a:p>
          <a:p>
            <a:r>
              <a:rPr dirty="0"/>
              <a:t>Arborescence :</a:t>
            </a:r>
            <a:endParaRPr lang="fr-FR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9F7984-0FC4-B12B-950A-0748D1FCD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233" y="1909011"/>
            <a:ext cx="4844921" cy="49489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de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41095"/>
            <a:ext cx="8229600" cy="4185068"/>
          </a:xfrm>
        </p:spPr>
        <p:txBody>
          <a:bodyPr/>
          <a:lstStyle/>
          <a:p>
            <a:r>
              <a:rPr dirty="0"/>
              <a:t>1. Lecture CSV (chunks)</a:t>
            </a:r>
          </a:p>
          <a:p>
            <a:r>
              <a:rPr dirty="0"/>
              <a:t>2. </a:t>
            </a:r>
            <a:r>
              <a:rPr lang="fr-FR" dirty="0"/>
              <a:t>Nettoyage et transformation des données </a:t>
            </a:r>
          </a:p>
          <a:p>
            <a:r>
              <a:rPr dirty="0"/>
              <a:t>3. Validation </a:t>
            </a:r>
            <a:r>
              <a:rPr dirty="0" err="1"/>
              <a:t>vectorisée</a:t>
            </a:r>
            <a:endParaRPr dirty="0"/>
          </a:p>
          <a:p>
            <a:r>
              <a:rPr dirty="0"/>
              <a:t>4. Insertion batch (</a:t>
            </a:r>
            <a:r>
              <a:rPr dirty="0" err="1"/>
              <a:t>bulk_write</a:t>
            </a:r>
            <a:r>
              <a:rPr dirty="0"/>
              <a:t>)</a:t>
            </a:r>
          </a:p>
          <a:p>
            <a:r>
              <a:rPr dirty="0"/>
              <a:t>5. </a:t>
            </a:r>
            <a:r>
              <a:rPr lang="fr-FR" dirty="0"/>
              <a:t>Indexation automatique </a:t>
            </a:r>
          </a:p>
          <a:p>
            <a:r>
              <a:rPr dirty="0"/>
              <a:t>6. </a:t>
            </a:r>
            <a:r>
              <a:rPr lang="fr-FR" dirty="0" err="1"/>
              <a:t>Logging</a:t>
            </a:r>
            <a:r>
              <a:rPr lang="fr-FR" dirty="0"/>
              <a:t> et contrôle d’erreurs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Schéma des Données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- 4 collections : Patients, Admissions, </a:t>
            </a:r>
            <a:r>
              <a:rPr dirty="0" err="1"/>
              <a:t>MedicalRecords</a:t>
            </a:r>
            <a:r>
              <a:rPr dirty="0"/>
              <a:t>, Billing</a:t>
            </a:r>
            <a:endParaRPr lang="fr-FR" dirty="0"/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Contraintes</a:t>
            </a:r>
            <a:r>
              <a:rPr dirty="0"/>
              <a:t> : types BSON, </a:t>
            </a:r>
            <a:r>
              <a:rPr dirty="0" err="1"/>
              <a:t>valeurs</a:t>
            </a:r>
            <a:r>
              <a:rPr dirty="0"/>
              <a:t> </a:t>
            </a:r>
            <a:r>
              <a:rPr dirty="0" err="1"/>
              <a:t>autorisées</a:t>
            </a:r>
            <a:r>
              <a:rPr dirty="0"/>
              <a:t>, </a:t>
            </a:r>
            <a:r>
              <a:rPr dirty="0" err="1"/>
              <a:t>nullabilité</a:t>
            </a:r>
            <a:endParaRPr lang="fr-FR" dirty="0"/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Diagramme</a:t>
            </a:r>
            <a:r>
              <a:rPr dirty="0"/>
              <a:t> </a:t>
            </a:r>
            <a:r>
              <a:rPr dirty="0" err="1"/>
              <a:t>entité</a:t>
            </a:r>
            <a:r>
              <a:rPr dirty="0"/>
              <a:t>-relation disponible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7741FF-6110-D279-5BD0-F71CF1F22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7516"/>
            <a:ext cx="9144000" cy="546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138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03930"/>
          </a:xfrm>
        </p:spPr>
        <p:txBody>
          <a:bodyPr>
            <a:normAutofit fontScale="90000"/>
          </a:bodyPr>
          <a:lstStyle/>
          <a:p>
            <a:r>
              <a:t>Validation &amp; Tests Automatisés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1487"/>
            <a:ext cx="8229600" cy="1143001"/>
          </a:xfrm>
        </p:spPr>
        <p:txBody>
          <a:bodyPr>
            <a:normAutofit lnSpcReduction="10000"/>
          </a:bodyPr>
          <a:lstStyle/>
          <a:p>
            <a:r>
              <a:rPr dirty="0"/>
              <a:t>- </a:t>
            </a:r>
            <a:r>
              <a:rPr dirty="0" err="1"/>
              <a:t>Outils</a:t>
            </a:r>
            <a:r>
              <a:rPr dirty="0"/>
              <a:t> : </a:t>
            </a:r>
            <a:r>
              <a:rPr dirty="0" err="1"/>
              <a:t>pytest</a:t>
            </a:r>
            <a:endParaRPr dirty="0"/>
          </a:p>
          <a:p>
            <a:r>
              <a:rPr dirty="0"/>
              <a:t>- Assurance </a:t>
            </a:r>
            <a:r>
              <a:rPr dirty="0" err="1"/>
              <a:t>qualité</a:t>
            </a:r>
            <a:r>
              <a:rPr dirty="0"/>
              <a:t> et </a:t>
            </a:r>
            <a:r>
              <a:rPr dirty="0" err="1"/>
              <a:t>fiabilité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3ED3DD-D4FE-AB45-32EE-C7CAA5EFF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32" y="1923385"/>
            <a:ext cx="5961431" cy="4934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Dockerisation &amp; Déploiement Local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lang="fr-FR" dirty="0" err="1"/>
              <a:t>Dockerfile</a:t>
            </a:r>
            <a:r>
              <a:rPr lang="fr-FR" dirty="0"/>
              <a:t> de l’application Python</a:t>
            </a:r>
            <a:endParaRPr dirty="0"/>
          </a:p>
          <a:p>
            <a:r>
              <a:rPr dirty="0"/>
              <a:t>- docker-</a:t>
            </a:r>
            <a:r>
              <a:rPr dirty="0" err="1"/>
              <a:t>compose.yml</a:t>
            </a:r>
            <a:r>
              <a:rPr dirty="0"/>
              <a:t> </a:t>
            </a:r>
            <a:r>
              <a:rPr lang="fr-FR" dirty="0"/>
              <a:t>: pour orchestrer Mongo + App</a:t>
            </a:r>
          </a:p>
          <a:p>
            <a:r>
              <a:rPr lang="fr-FR" dirty="0"/>
              <a:t>Utilisation des volumes pour persistance</a:t>
            </a:r>
            <a:endParaRPr dirty="0"/>
          </a:p>
          <a:p>
            <a:r>
              <a:rPr dirty="0"/>
              <a:t>- </a:t>
            </a:r>
            <a:r>
              <a:rPr dirty="0" err="1"/>
              <a:t>Commandes</a:t>
            </a:r>
            <a:r>
              <a:rPr dirty="0"/>
              <a:t> : make build, up, logs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Gestion de la Sécurité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lang="fr-FR" dirty="0"/>
              <a:t>Création de rôles</a:t>
            </a:r>
            <a:r>
              <a:rPr dirty="0"/>
              <a:t> : </a:t>
            </a:r>
            <a:r>
              <a:rPr dirty="0" err="1"/>
              <a:t>loaderRole</a:t>
            </a:r>
            <a:r>
              <a:rPr dirty="0"/>
              <a:t>, </a:t>
            </a:r>
            <a:r>
              <a:rPr dirty="0" err="1"/>
              <a:t>analystRole</a:t>
            </a:r>
            <a:r>
              <a:rPr dirty="0"/>
              <a:t>, admin</a:t>
            </a:r>
            <a:endParaRPr lang="fr-FR" dirty="0"/>
          </a:p>
          <a:p>
            <a:r>
              <a:rPr lang="fr-FR" dirty="0"/>
              <a:t>Accès restreint selon le principe du moindre privilège</a:t>
            </a:r>
            <a:endParaRPr dirty="0"/>
          </a:p>
          <a:p>
            <a:r>
              <a:rPr dirty="0"/>
              <a:t>- </a:t>
            </a:r>
            <a:r>
              <a:rPr lang="fr-FR" dirty="0"/>
              <a:t>Connexion via URI sécurisée </a:t>
            </a:r>
            <a:r>
              <a:rPr dirty="0"/>
              <a:t>avec </a:t>
            </a:r>
            <a:r>
              <a:rPr dirty="0" err="1"/>
              <a:t>authSource</a:t>
            </a:r>
            <a:endParaRPr dirty="0"/>
          </a:p>
          <a:p>
            <a:r>
              <a:rPr dirty="0"/>
              <a:t>- </a:t>
            </a:r>
            <a:r>
              <a:rPr dirty="0" err="1"/>
              <a:t>Recommandations</a:t>
            </a:r>
            <a:r>
              <a:rPr dirty="0"/>
              <a:t> : TLS, audit logs, Docker secrets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Exploration AWS : </a:t>
            </a:r>
            <a:r>
              <a:rPr dirty="0" err="1"/>
              <a:t>Déploiement</a:t>
            </a:r>
            <a:r>
              <a:rPr dirty="0"/>
              <a:t>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65724"/>
          </a:xfrm>
        </p:spPr>
        <p:txBody>
          <a:bodyPr>
            <a:normAutofit/>
          </a:bodyPr>
          <a:lstStyle/>
          <a:p>
            <a:r>
              <a:rPr lang="fr-FR" dirty="0"/>
              <a:t>🌩️ </a:t>
            </a:r>
            <a:r>
              <a:rPr lang="fr-FR" b="1" dirty="0"/>
              <a:t>Services évalués :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Amazon </a:t>
            </a:r>
            <a:r>
              <a:rPr lang="fr-FR" b="1" dirty="0" err="1"/>
              <a:t>DocumentDB</a:t>
            </a:r>
            <a:r>
              <a:rPr lang="fr-FR" dirty="0"/>
              <a:t> (compatible MongoDB, managé, sécurisé)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Amazon ECS</a:t>
            </a:r>
            <a:r>
              <a:rPr lang="fr-FR" dirty="0"/>
              <a:t> (déploiement de conteneurs Docker)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Amazon S3</a:t>
            </a:r>
            <a:r>
              <a:rPr lang="fr-FR" dirty="0"/>
              <a:t> (sauvegarde des données)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MongoDB sur EC2 vs </a:t>
            </a:r>
            <a:r>
              <a:rPr lang="fr-FR" b="1" dirty="0" err="1"/>
              <a:t>DocumentDB</a:t>
            </a:r>
            <a:r>
              <a:rPr lang="fr-FR" dirty="0"/>
              <a:t> : Avantages / Inconvénients</a:t>
            </a:r>
            <a:br>
              <a:rPr lang="fr-FR" dirty="0"/>
            </a:br>
            <a:r>
              <a:rPr lang="fr-FR" dirty="0"/>
              <a:t>🔍 Tarification &amp; sécurité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Choix Techniques Justifiés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MongoDB : </a:t>
            </a:r>
            <a:r>
              <a:rPr dirty="0" err="1"/>
              <a:t>souplesse</a:t>
            </a:r>
            <a:r>
              <a:rPr dirty="0"/>
              <a:t>, </a:t>
            </a:r>
            <a:r>
              <a:rPr dirty="0" err="1"/>
              <a:t>scalabilité</a:t>
            </a:r>
            <a:endParaRPr dirty="0"/>
          </a:p>
          <a:p>
            <a:r>
              <a:rPr dirty="0"/>
              <a:t>- Docker : </a:t>
            </a:r>
            <a:r>
              <a:rPr dirty="0" err="1"/>
              <a:t>portabilité</a:t>
            </a:r>
            <a:r>
              <a:rPr dirty="0"/>
              <a:t>, </a:t>
            </a:r>
            <a:r>
              <a:rPr dirty="0" err="1"/>
              <a:t>reproductibilité</a:t>
            </a:r>
            <a:endParaRPr dirty="0"/>
          </a:p>
          <a:p>
            <a:r>
              <a:rPr dirty="0"/>
              <a:t>- Tests auto : </a:t>
            </a:r>
            <a:r>
              <a:rPr dirty="0" err="1"/>
              <a:t>fiabilité</a:t>
            </a:r>
            <a:r>
              <a:rPr lang="fr-FR" dirty="0"/>
              <a:t> continue</a:t>
            </a:r>
            <a:endParaRPr dirty="0"/>
          </a:p>
          <a:p>
            <a:r>
              <a:rPr dirty="0"/>
              <a:t>- AWS : </a:t>
            </a:r>
            <a:r>
              <a:rPr dirty="0" err="1"/>
              <a:t>DocumentDB</a:t>
            </a:r>
            <a:r>
              <a:rPr dirty="0"/>
              <a:t> </a:t>
            </a:r>
            <a:r>
              <a:rPr dirty="0" err="1"/>
              <a:t>managé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&amp; Améliorations Possibles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1"/>
          </a:xfrm>
        </p:spPr>
        <p:txBody>
          <a:bodyPr>
            <a:normAutofit/>
          </a:bodyPr>
          <a:lstStyle/>
          <a:p>
            <a:r>
              <a:rPr lang="fr-FR" dirty="0"/>
              <a:t>Authentification : passer à SCRAM + TLS avec certificats</a:t>
            </a:r>
            <a:endParaRPr dirty="0"/>
          </a:p>
          <a:p>
            <a:r>
              <a:rPr lang="fr-FR" dirty="0"/>
              <a:t>Centraliser les logs avec ELK ou Loki</a:t>
            </a:r>
          </a:p>
          <a:p>
            <a:endParaRPr lang="fr-FR" dirty="0"/>
          </a:p>
          <a:p>
            <a:r>
              <a:rPr lang="fr-FR" dirty="0"/>
              <a:t>CI/CD : intégrer GitHub Actions pour automatiser les tests</a:t>
            </a:r>
          </a:p>
          <a:p>
            <a:endParaRPr lang="fr-FR" dirty="0"/>
          </a:p>
          <a:p>
            <a:r>
              <a:rPr lang="en-US" dirty="0"/>
              <a:t>Monitoring MongoDB : MongoDB Atlas </a:t>
            </a:r>
            <a:r>
              <a:rPr lang="en-US" dirty="0" err="1"/>
              <a:t>ou</a:t>
            </a:r>
            <a:r>
              <a:rPr lang="en-US" dirty="0"/>
              <a:t> CloudWatch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Prochaine Étape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Migration réussie et testée</a:t>
            </a:r>
          </a:p>
          <a:p>
            <a:r>
              <a:t>- Projet prêt pour le cloud</a:t>
            </a:r>
          </a:p>
          <a:p>
            <a:r>
              <a:t>- Étape suivante : PoC AWS avec DocumentDB + ECS</a:t>
            </a:r>
          </a:p>
          <a:p>
            <a:r>
              <a:t>-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404</Words>
  <Application>Microsoft Office PowerPoint</Application>
  <PresentationFormat>On-screen Show (4:3)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Migration des Données Médicales vers MongoDB &amp; Dockerisation</vt:lpstr>
      <vt:lpstr>Contexte de la Mission</vt:lpstr>
      <vt:lpstr>Objectifs du Projet</vt:lpstr>
      <vt:lpstr>Architecture Générale du Projet</vt:lpstr>
      <vt:lpstr>Pipeline de Migration</vt:lpstr>
      <vt:lpstr>Schéma des Données MongoDB</vt:lpstr>
      <vt:lpstr>PowerPoint Presentation</vt:lpstr>
      <vt:lpstr>Validation &amp; Tests Automatisés</vt:lpstr>
      <vt:lpstr>Dockerisation &amp; Déploiement Local</vt:lpstr>
      <vt:lpstr>Gestion de la Sécurité MongoDB</vt:lpstr>
      <vt:lpstr>Exploration AWS : Déploiement Cloud</vt:lpstr>
      <vt:lpstr>Choix Techniques Justifiés</vt:lpstr>
      <vt:lpstr>Limites &amp; Améliorations Possibles</vt:lpstr>
      <vt:lpstr>Conclusion &amp; Prochaine Étape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Migration des Données Médicales vers MongoDB &amp; Dockerisation</dc:title>
  <dc:subject/>
  <dc:creator/>
  <cp:keywords/>
  <dc:description>generated using python-pptx</dc:description>
  <cp:lastModifiedBy>Rudy Desplan</cp:lastModifiedBy>
  <cp:revision>14</cp:revision>
  <dcterms:created xsi:type="dcterms:W3CDTF">2013-01-27T09:14:16Z</dcterms:created>
  <dcterms:modified xsi:type="dcterms:W3CDTF">2025-07-29T13:29:37Z</dcterms:modified>
  <cp:category/>
</cp:coreProperties>
</file>