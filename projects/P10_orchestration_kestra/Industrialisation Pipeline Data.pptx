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6.jpg" ContentType="image/jpeg"/>
  <Override PartName="/ppt/media/image1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3" r:id="rId9"/>
    <p:sldId id="264" r:id="rId10"/>
    <p:sldId id="265" r:id="rId11"/>
    <p:sldId id="272" r:id="rId12"/>
    <p:sldId id="267" r:id="rId13"/>
    <p:sldId id="273" r:id="rId14"/>
    <p:sldId id="268" r:id="rId15"/>
    <p:sldId id="274" r:id="rId16"/>
    <p:sldId id="269" r:id="rId17"/>
    <p:sldId id="270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85" y="0"/>
            <a:ext cx="20072687" cy="11277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E3F6CF-19D3-1140-C714-C7546E82C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866" y="0"/>
            <a:ext cx="7602368" cy="113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9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7E3BA-AD5F-44AA-0963-5C16AE2A0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0" y="244474"/>
            <a:ext cx="20075539" cy="1083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A4A7D-0B85-E772-0BFB-0CD85B1CB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29" y="0"/>
            <a:ext cx="20125582" cy="5197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2022C9-61D1-9E32-E373-D1ADD0FFB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550" y="5105193"/>
            <a:ext cx="8832850" cy="6204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E54185-33A8-A476-D73F-00920DB6A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450" y="5179605"/>
            <a:ext cx="9791670" cy="612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17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DFD868-CBC5-E469-326A-D517CFC8A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0275"/>
            <a:ext cx="20070304" cy="885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15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Rudy Desplan</cp:lastModifiedBy>
  <cp:revision>5</cp:revision>
  <dcterms:created xsi:type="dcterms:W3CDTF">2025-12-04T19:11:38Z</dcterms:created>
  <dcterms:modified xsi:type="dcterms:W3CDTF">2025-12-08T19:21:49Z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LastSaved">
    <vt:filetime>2025-12-04T00:00:00Z</vt:filetime>
  </property>
</Properties>
</file>